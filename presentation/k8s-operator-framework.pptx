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0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4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.kubebuilder.io/" TargetMode="External"/><Relationship Id="rId2" Type="http://schemas.openxmlformats.org/officeDocument/2006/relationships/hyperlink" Target="https://sdk.operatorframework.io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peratorhub.io/" TargetMode="External"/><Relationship Id="rId4" Type="http://schemas.openxmlformats.org/officeDocument/2006/relationships/hyperlink" Target="https://pkg.go.dev/sigs.k8s.io/controller-runti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9052560" cy="457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777240" cy="777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685800"/>
            <a:ext cx="100584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Operators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Go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Framework — From Concept to Implementation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1440" y="4480560"/>
            <a:ext cx="9052560" cy="18288"/>
          </a:xfrm>
          <a:prstGeom prst="rect">
            <a:avLst/>
          </a:prstGeom>
          <a:solidFill>
            <a:srgbClr val="326CE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Operators?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operational knowledge into software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Operators?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Operator is an application-specific controller that extends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Kubernetes API to manage complex application instances."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60320" cy="246888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60320" cy="54864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68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Codifies SRE expertise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software controllers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240280"/>
            <a:ext cx="2560320" cy="246888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474720" y="2240280"/>
            <a:ext cx="2560320" cy="54864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688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scale, backup,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— all automated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2240280"/>
            <a:ext cx="2560320" cy="246888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309360" y="2240280"/>
            <a:ext cx="2560320" cy="54864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4688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K8s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CRDs + Controllers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K8s citizen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 in the Wild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" cy="7315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Operator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188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Prometheus, AlertManager, ServiceMonitors — zero manual config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3152" cy="73152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Operator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backups, failover, connection pooling, rolling upgrades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3152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Cert-Manager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TLS certificate provisioning and renewal via Let's Encrypt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3152" cy="731520"/>
          </a:xfrm>
          <a:prstGeom prst="rect">
            <a:avLst/>
          </a:prstGeom>
          <a:solidFill>
            <a:srgbClr val="2B3F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Istio Operator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931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Istio service mesh lifecycle management including upgrades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Pattern &amp; CRDs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behind every Operator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286000" cy="1463040"/>
          </a:xfrm>
          <a:prstGeom prst="rect">
            <a:avLst/>
          </a:prstGeom>
          <a:solidFill>
            <a:srgbClr val="326C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Desired State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CRD spec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you want)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78308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20440" y="1097280"/>
            <a:ext cx="2286000" cy="18288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2344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04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52044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Loop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→ Compare → Act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83080"/>
            <a:ext cx="365760" cy="3657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583680" y="1280160"/>
            <a:ext cx="2286000" cy="146304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7160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36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5836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resources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cluster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57200" y="3246120"/>
            <a:ext cx="8412480" cy="155448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1"/>
          <p:cNvSpPr/>
          <p:nvPr/>
        </p:nvSpPr>
        <p:spPr>
          <a:xfrm>
            <a:off x="64008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920240" y="3383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Resource Definition — Extends K8s API with your own resource types (e.g., MyApp, PostgresCluster)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4008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920240" y="3840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for changes on resources and runs the Reconcile loop to converge desired ↔ current state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4008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D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920240" y="4297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+ Controller together — a custom controller that manages the full lifecycle of a custom resource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Framework &amp; SDK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that makes building Operators easy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Framework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toolkit by Red Hat / CNCF to build, test, and package Operators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326C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SDK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Scaffolding, code gen,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testing tools.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Go, Ansible,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Helm operators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2651760" cy="3200400"/>
          </a:xfrm>
          <a:prstGeom prst="rect">
            <a:avLst/>
          </a:prstGeom>
          <a:solidFill>
            <a:srgbClr val="2B3F6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566160" y="2971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Lifecycle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Manager. Handles install,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upgrade, RBAC,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dependencies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1463040"/>
            <a:ext cx="2651760" cy="32004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7373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OperatorHub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92240" y="2971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registry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operators.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with Operator SDK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solidFill>
            <a:srgbClr val="282C3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1155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05256" y="11155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a new operator project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operator-sdk init \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--domain gfnogueira.com \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--repo github.com/nogueira/myapp-operator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API (CRD + Controller)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operator-sdk create api \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--group app --version v1alpha1 \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--kind MyApp --resource --controller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3017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64008" cy="621792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8932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Init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243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module, Makefile,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RBAC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719072"/>
            <a:ext cx="3017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760720" y="1719072"/>
            <a:ext cx="64008" cy="621792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8932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Create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956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types file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scaffold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432304"/>
            <a:ext cx="3017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760720" y="2432304"/>
            <a:ext cx="64008" cy="621792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89320" y="2432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Define Spec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670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myapp_types.go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fields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145536"/>
            <a:ext cx="3017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760720" y="3145536"/>
            <a:ext cx="64008" cy="621792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89320" y="3145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Implement Logic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Reconcile()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controller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5029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64008" cy="105156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3931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structure:  api/v1alpha1/myapp_types.go  •  controllers/myapp_controller.go  •  config/ (crd, rbac, manager)  •  Dockerfile  •  main.go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Your Custom Resource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api/v1alpha1/myapp_types.go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3291840"/>
          </a:xfrm>
          <a:prstGeom prst="rect">
            <a:avLst/>
          </a:prstGeom>
          <a:solidFill>
            <a:srgbClr val="282C3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2070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05256" y="12070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4937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MyAppSpec defines the desired state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MyAppSpec struct {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Number of replicas for the app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Replicas int32  `json:"replicas"`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Container image to deploy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   string `json:"image"`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Port the app listens on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     int32  `json:"port,omitempty"`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MyAppStatus defines the observed state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MyAppStatus struct {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    []metav1.Condition `json:"conditions"`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ReadyReplicas int32              `json:"readyReplicas"`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user writes: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417320"/>
            <a:ext cx="2926080" cy="2011680"/>
          </a:xfrm>
          <a:prstGeom prst="rect">
            <a:avLst/>
          </a:prstGeom>
          <a:solidFill>
            <a:srgbClr val="282C3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80760" y="15270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36208" y="15270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391656" y="15270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app.gfnogueira.com/v1alpha1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MyApp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my-web-app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nginx:1.25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8080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3657600"/>
            <a:ext cx="2926080" cy="9144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12648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= what user wants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what actually exists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stores both in etcd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Reconcile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every Operator — triggered on every change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412480" cy="4183380"/>
          </a:xfrm>
          <a:prstGeom prst="rect">
            <a:avLst/>
          </a:prstGeom>
          <a:solidFill>
            <a:srgbClr val="282C3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10698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0698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05256" y="10698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225296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(r *MyAppReconciler) Reconcile(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 context.Context, req ctrl.Request,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(ctrl.Result, error) 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Fetch the CR instance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myapp := &amp;appv1.MyApp{}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err := r.Get(ctx, req.NamespacedName, myapp); err != nil 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ctrl.Result{}, client.IgnoreNotFound(err)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Check if Deployment exists, create if not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 := &amp;appsv1.Deployment{}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 := r.Get(ctx, req.NamespacedName, deploy)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errors.IsNotFound(err) 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deploy = r.buildDeployment(myapp)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ctrl.Result{}, r.Create(ctx, deploy)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Ensure replicas match desired state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*deploy.Spec.Replicas != myapp.Spec.Replicas 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deploy.Spec.Replicas = &amp;myapp.Spec.Replicas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ctrl.Result{}, r.Update(ctx, deploy)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ctrl.Result{}, nil  // All good!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&gt;_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 Operator in action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When to 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/ Best Practices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Stateful apps (DBs, caches, queues)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Complex lifecycle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Domain-specific automation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Reconcile() idempotent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Status subresource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Finalizers for cleanup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950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tests with envtest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Use / Avoid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834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Simple stateless apps (use Deployment)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83480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One-off tasks (use Jobs/CronJobs)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8348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Side effects in Reconcile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83480" y="2798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Hardcoded namespaces / configs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8348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Ignoring error handling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834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Skipping RBAC least-privilege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83480" y="3950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Over-engineering simple problems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548640" cy="5486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502920"/>
            <a:ext cx="7315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Resources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Operator SDK docs  →  sdk.operatorframework.io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3152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Kubebuilder book  →  book.kubebuilder.io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controller-runtime  →  sigs.k8s.io/controller-runtime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OperatorHub  →  operatorhub.io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326C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= CRD + Controller + Domain Knowledge  →  Kubernetes-native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B949E-22DE-7366-B169-5038706B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AD608A-451E-A990-032E-628E91C37F5B}"/>
              </a:ext>
            </a:extLst>
          </p:cNvPr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93684F-BC82-B327-7E50-A414B9D63156}"/>
              </a:ext>
            </a:extLst>
          </p:cNvPr>
          <p:cNvSpPr/>
          <p:nvPr/>
        </p:nvSpPr>
        <p:spPr>
          <a:xfrm>
            <a:off x="675297" y="244664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_</a:t>
            </a:r>
            <a:endParaRPr lang="en-US" sz="7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E35E52-06A1-A26F-A4EF-8F541849D73A}"/>
              </a:ext>
            </a:extLst>
          </p:cNvPr>
          <p:cNvSpPr/>
          <p:nvPr/>
        </p:nvSpPr>
        <p:spPr>
          <a:xfrm>
            <a:off x="675297" y="1424734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</a:rPr>
              <a:t>Thank you!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7B9D77-DA7A-F4BA-817A-FDA519CCA17D}"/>
              </a:ext>
            </a:extLst>
          </p:cNvPr>
          <p:cNvSpPr/>
          <p:nvPr/>
        </p:nvSpPr>
        <p:spPr>
          <a:xfrm>
            <a:off x="685800" y="206481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Nogueira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21454-1001-52DB-5CFB-12583687EB1A}"/>
              </a:ext>
            </a:extLst>
          </p:cNvPr>
          <p:cNvSpPr txBox="1"/>
          <p:nvPr/>
        </p:nvSpPr>
        <p:spPr>
          <a:xfrm>
            <a:off x="4027070" y="3112175"/>
            <a:ext cx="56655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References</a:t>
            </a:r>
            <a:r>
              <a:rPr lang="en-BR" dirty="0">
                <a:solidFill>
                  <a:schemeClr val="bg1"/>
                </a:solidFill>
              </a:rPr>
              <a:t>;</a:t>
            </a:r>
            <a:br>
              <a:rPr lang="en-BR" dirty="0">
                <a:solidFill>
                  <a:schemeClr val="bg1"/>
                </a:solidFill>
              </a:rPr>
            </a:br>
            <a:endParaRPr lang="en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https://sdk.operatorframework.io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https://book.kubebuilder.io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563C1"/>
                </a:solidFill>
                <a:hlinkClick r:id="rId4"/>
              </a:rPr>
              <a:t>https://pkg.go.dev/sigs.k8s.io/</a:t>
            </a:r>
            <a:r>
              <a:rPr lang="en-US" dirty="0">
                <a:solidFill>
                  <a:schemeClr val="bg1"/>
                </a:solidFill>
                <a:hlinkClick r:id="rId4"/>
              </a:rPr>
              <a:t>controller-runtime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https://operatorhub.io</a:t>
            </a:r>
            <a:endParaRPr lang="en-US" dirty="0">
              <a:solidFill>
                <a:schemeClr val="bg1"/>
              </a:solidFill>
            </a:endParaRPr>
          </a:p>
          <a:p>
            <a:endParaRPr lang="en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69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7182</TotalTime>
  <Words>1044</Words>
  <Application>Microsoft Macintosh PowerPoint</Application>
  <PresentationFormat>On-screen Show (16:9)</PresentationFormat>
  <Paragraphs>201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Operators with Go — Operator Framework</dc:title>
  <dc:subject>PptxGenJS Presentation</dc:subject>
  <dc:creator>PptxGenJS</dc:creator>
  <cp:lastModifiedBy>a4391</cp:lastModifiedBy>
  <cp:revision>4</cp:revision>
  <dcterms:created xsi:type="dcterms:W3CDTF">2026-02-21T23:03:34Z</dcterms:created>
  <dcterms:modified xsi:type="dcterms:W3CDTF">2026-03-05T04:34:50Z</dcterms:modified>
</cp:coreProperties>
</file>